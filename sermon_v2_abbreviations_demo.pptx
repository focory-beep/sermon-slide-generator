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A365D"/>
                </a:solidFill>
                <a:latin typeface="맑은 고딕"/>
              </a:defRPr>
            </a:pPr>
            <a:r>
              <a:t>함부르크 감리교회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0000"/>
                </a:solidFill>
                <a:latin typeface="맑은 고딕"/>
              </a:defRPr>
            </a:pPr>
            <a:r>
              <a:t>2026년 2월 16일 주일예배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  <a:latin typeface="맑은 고딕"/>
              </a:defRPr>
            </a:pPr>
            <a:r>
              <a:t>요한복음 3:16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3200">
                <a:solidFill>
                  <a:srgbClr val="000000"/>
                </a:solidFill>
                <a:latin typeface="맑은 고딕"/>
              </a:defRPr>
            </a:pPr>
            <a:r>
              <a:t>하나님이 세상을 이처럼 사랑하사 독생자를 주셨으니 이는 그를 믿는 자마다 멸망하지 않고 영생을 얻게 하려 하심이라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808080"/>
                </a:solidFill>
                <a:latin typeface="맑은 고딕"/>
              </a:defRPr>
            </a:pPr>
            <a:r>
              <a:t>개역개정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  <a:latin typeface="맑은 고딕"/>
              </a:defRPr>
            </a:pPr>
            <a:r>
              <a:t>로마서 8:28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3200">
                <a:solidFill>
                  <a:srgbClr val="000000"/>
                </a:solidFill>
                <a:latin typeface="맑은 고딕"/>
              </a:defRPr>
            </a:pPr>
            <a:r>
              <a:t>우리가 알거니와 하나님을 사랑하는 자 곧 그의 뜻대로 부르심을 입은 자들에게는 모든 것이 합력하여 선을 이루느니라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808080"/>
                </a:solidFill>
                <a:latin typeface="맑은 고딕"/>
              </a:defRPr>
            </a:pPr>
            <a:r>
              <a:t>개역개정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  <a:latin typeface="맑은 고딕"/>
              </a:defRPr>
            </a:pPr>
            <a:r>
              <a:t>John 3:16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3200">
                <a:solidFill>
                  <a:srgbClr val="000000"/>
                </a:solidFill>
                <a:latin typeface="맑은 고딕"/>
              </a:defRPr>
            </a:pPr>
            <a:r>
              <a:t>For God so loved the world that he gave his one and only Son, that whoever believes in him shall not perish but have eternal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808080"/>
                </a:solidFill>
                <a:latin typeface="맑은 고딕"/>
              </a:defRPr>
            </a:pPr>
            <a:r>
              <a:t>NIV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  <a:latin typeface="맑은 고딕"/>
              </a:defRPr>
            </a:pPr>
            <a:r>
              <a:t>Joh 3:16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3200">
                <a:solidFill>
                  <a:srgbClr val="000000"/>
                </a:solidFill>
                <a:latin typeface="맑은 고딕"/>
              </a:defRPr>
            </a:pPr>
            <a:r>
              <a:t>Denn so sehr hat Gott die Welt geliebt, dass er seinen eingeborenen Sohn gab, damit jeder, der an ihn glaubt, nicht verlorengeht, sondern ewiges Leben 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808080"/>
                </a:solidFill>
                <a:latin typeface="맑은 고딕"/>
              </a:defRPr>
            </a:pPr>
            <a:r>
              <a:t>Luther 2017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