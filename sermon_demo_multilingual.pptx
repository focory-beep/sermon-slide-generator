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828800"/>
            <a:ext cx="8229600" cy="1371600"/>
          </a:xfrm>
          <a:prstGeom prst="rect">
            <a:avLst/>
          </a:prstGeom>
          <a:noFill/>
        </p:spPr>
        <p:txBody>
          <a:bodyPr wrap="none">
            <a:spAutoFit/>
          </a:bodyPr>
          <a:lstStyle/>
          <a:p>
            <a:pPr algn="ctr">
              <a:defRPr sz="5200" b="1">
                <a:solidFill>
                  <a:srgbClr val="1A365D"/>
                </a:solidFill>
                <a:latin typeface="맑은 고딕"/>
              </a:defRPr>
            </a:pPr>
            <a:r>
              <a:t>주일 예배</a:t>
            </a:r>
          </a:p>
        </p:txBody>
      </p:sp>
      <p:sp>
        <p:nvSpPr>
          <p:cNvPr id="3" name="TextBox 2"/>
          <p:cNvSpPr txBox="1"/>
          <p:nvPr/>
        </p:nvSpPr>
        <p:spPr>
          <a:xfrm>
            <a:off x="457200" y="3474720"/>
            <a:ext cx="8229600" cy="914400"/>
          </a:xfrm>
          <a:prstGeom prst="rect">
            <a:avLst/>
          </a:prstGeom>
          <a:noFill/>
        </p:spPr>
        <p:txBody>
          <a:bodyPr wrap="none">
            <a:spAutoFit/>
          </a:bodyPr>
          <a:lstStyle/>
          <a:p>
            <a:pPr algn="ctr">
              <a:defRPr sz="3200">
                <a:solidFill>
                  <a:srgbClr val="000000"/>
                </a:solidFill>
                <a:latin typeface="맑은 고딕"/>
              </a:defRPr>
            </a:pPr>
            <a:r>
              <a:t>2026년 2월 16일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lgn="ctr">
              <a:defRPr sz="4400" b="1">
                <a:solidFill>
                  <a:srgbClr val="1A365D"/>
                </a:solidFill>
                <a:latin typeface="맑은 고딕"/>
              </a:defRPr>
            </a:pPr>
            <a:r>
              <a:t>예배 순서</a:t>
            </a:r>
          </a:p>
        </p:txBody>
      </p:sp>
      <p:sp>
        <p:nvSpPr>
          <p:cNvPr id="3" name="TextBox 2"/>
          <p:cNvSpPr txBox="1"/>
          <p:nvPr/>
        </p:nvSpPr>
        <p:spPr>
          <a:xfrm>
            <a:off x="1371600" y="1645920"/>
            <a:ext cx="6400800" cy="4114800"/>
          </a:xfrm>
          <a:prstGeom prst="rect">
            <a:avLst/>
          </a:prstGeom>
          <a:noFill/>
        </p:spPr>
        <p:txBody>
          <a:bodyPr wrap="square">
            <a:spAutoFit/>
          </a:bodyPr>
          <a:lstStyle/>
          <a:p>
            <a:pPr>
              <a:lnSpc>
                <a:spcPct val="150000"/>
              </a:lnSpc>
              <a:spcBef>
                <a:spcPts val="1200"/>
              </a:spcBef>
              <a:defRPr sz="2800">
                <a:solidFill>
                  <a:srgbClr val="000000"/>
                </a:solidFill>
                <a:latin typeface="맑은 고딕"/>
              </a:defRPr>
            </a:pPr>
            <a:r>
              <a:t>1. 예배로의 부름</a:t>
            </a:r>
          </a:p>
          <a:p>
            <a:pPr>
              <a:lnSpc>
                <a:spcPct val="150000"/>
              </a:lnSpc>
              <a:spcBef>
                <a:spcPts val="1200"/>
              </a:spcBef>
              <a:defRPr sz="2800">
                <a:solidFill>
                  <a:srgbClr val="000000"/>
                </a:solidFill>
                <a:latin typeface="맑은 고딕"/>
              </a:defRPr>
            </a:pPr>
            <a:r>
              <a:t>2. 찬송 - 542장 구주 예수 의지함이</a:t>
            </a:r>
          </a:p>
          <a:p>
            <a:pPr>
              <a:lnSpc>
                <a:spcPct val="150000"/>
              </a:lnSpc>
              <a:spcBef>
                <a:spcPts val="1200"/>
              </a:spcBef>
              <a:defRPr sz="2800">
                <a:solidFill>
                  <a:srgbClr val="000000"/>
                </a:solidFill>
                <a:latin typeface="맑은 고딕"/>
              </a:defRPr>
            </a:pPr>
            <a:r>
              <a:t>3. 기도 - 담임목사</a:t>
            </a:r>
          </a:p>
          <a:p>
            <a:pPr>
              <a:lnSpc>
                <a:spcPct val="150000"/>
              </a:lnSpc>
              <a:spcBef>
                <a:spcPts val="1200"/>
              </a:spcBef>
              <a:defRPr sz="2800">
                <a:solidFill>
                  <a:srgbClr val="000000"/>
                </a:solidFill>
                <a:latin typeface="맑은 고딕"/>
              </a:defRPr>
            </a:pPr>
            <a:r>
              <a:t>4. 성경봉독 - 요한복음 3:16-21</a:t>
            </a:r>
          </a:p>
          <a:p>
            <a:pPr>
              <a:lnSpc>
                <a:spcPct val="150000"/>
              </a:lnSpc>
              <a:spcBef>
                <a:spcPts val="1200"/>
              </a:spcBef>
              <a:defRPr sz="2800">
                <a:solidFill>
                  <a:srgbClr val="000000"/>
                </a:solidFill>
                <a:latin typeface="맑은 고딕"/>
              </a:defRPr>
            </a:pPr>
            <a:r>
              <a:t>5. 설교 - 하나님이 세상을 이처럼 사랑하사</a:t>
            </a:r>
          </a:p>
          <a:p>
            <a:pPr>
              <a:lnSpc>
                <a:spcPct val="150000"/>
              </a:lnSpc>
              <a:spcBef>
                <a:spcPts val="1200"/>
              </a:spcBef>
              <a:defRPr sz="2800">
                <a:solidFill>
                  <a:srgbClr val="000000"/>
                </a:solidFill>
                <a:latin typeface="맑은 고딕"/>
              </a:defRPr>
            </a:pPr>
            <a:r>
              <a:t>6. 헌금 - 봉헌기도</a:t>
            </a:r>
          </a:p>
          <a:p>
            <a:pPr>
              <a:lnSpc>
                <a:spcPct val="150000"/>
              </a:lnSpc>
              <a:spcBef>
                <a:spcPts val="1200"/>
              </a:spcBef>
              <a:defRPr sz="2800">
                <a:solidFill>
                  <a:srgbClr val="000000"/>
                </a:solidFill>
                <a:latin typeface="맑은 고딕"/>
              </a:defRPr>
            </a:pPr>
            <a:r>
              <a:t>7. 축도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lgn="ctr">
              <a:defRPr sz="3600" b="1">
                <a:solidFill>
                  <a:srgbClr val="1A365D"/>
                </a:solidFill>
                <a:latin typeface="맑은 고딕"/>
              </a:defRPr>
            </a:pPr>
            <a:r>
              <a:t>요한복음 3:16-17</a:t>
            </a:r>
          </a:p>
        </p:txBody>
      </p:sp>
      <p:sp>
        <p:nvSpPr>
          <p:cNvPr id="3" name="TextBox 2"/>
          <p:cNvSpPr txBox="1"/>
          <p:nvPr/>
        </p:nvSpPr>
        <p:spPr>
          <a:xfrm>
            <a:off x="914400" y="1828800"/>
            <a:ext cx="7315200" cy="3657600"/>
          </a:xfrm>
          <a:prstGeom prst="rect">
            <a:avLst/>
          </a:prstGeom>
          <a:noFill/>
        </p:spPr>
        <p:txBody>
          <a:bodyPr wrap="square">
            <a:spAutoFit/>
          </a:bodyPr>
          <a:lstStyle/>
          <a:p>
            <a:pPr algn="l">
              <a:lnSpc>
                <a:spcPct val="160000"/>
              </a:lnSpc>
              <a:defRPr sz="3200">
                <a:solidFill>
                  <a:srgbClr val="000000"/>
                </a:solidFill>
                <a:latin typeface="맑은 고딕"/>
              </a:defRPr>
            </a:pPr>
            <a:r>
              <a:t>하나님이 세상을 이처럼 사랑하사 독생자를 주셨으니 이는 그를 믿는 자마다 멸망하지 않고 영생을 얻게 하려 하심이라 하나님이 그 아들을 세상에 보내신 것은 세상을 심판하려 하심이 아니요 그로 말미암아 세상이 구원을 받게 하려 하심이라</a:t>
            </a:r>
          </a:p>
        </p:txBody>
      </p:sp>
      <p:sp>
        <p:nvSpPr>
          <p:cNvPr id="4" name="TextBox 3"/>
          <p:cNvSpPr txBox="1"/>
          <p:nvPr/>
        </p:nvSpPr>
        <p:spPr>
          <a:xfrm>
            <a:off x="7315200" y="5943600"/>
            <a:ext cx="1371600" cy="457200"/>
          </a:xfrm>
          <a:prstGeom prst="rect">
            <a:avLst/>
          </a:prstGeom>
          <a:noFill/>
        </p:spPr>
        <p:txBody>
          <a:bodyPr wrap="none">
            <a:spAutoFit/>
          </a:bodyPr>
          <a:lstStyle/>
          <a:p>
            <a:pPr algn="r">
              <a:defRPr sz="1400" i="1">
                <a:solidFill>
                  <a:srgbClr val="808080"/>
                </a:solidFill>
                <a:latin typeface="맑은 고딕"/>
              </a:defRPr>
            </a:pPr>
            <a:r>
              <a:t>개역개정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lgn="ctr">
              <a:defRPr sz="3600" b="1">
                <a:solidFill>
                  <a:srgbClr val="1A365D"/>
                </a:solidFill>
                <a:latin typeface="Arial"/>
              </a:defRPr>
            </a:pPr>
            <a:r>
              <a:t>John 3:16-17</a:t>
            </a:r>
          </a:p>
        </p:txBody>
      </p:sp>
      <p:sp>
        <p:nvSpPr>
          <p:cNvPr id="3" name="TextBox 2"/>
          <p:cNvSpPr txBox="1"/>
          <p:nvPr/>
        </p:nvSpPr>
        <p:spPr>
          <a:xfrm>
            <a:off x="914400" y="1828800"/>
            <a:ext cx="7315200" cy="3657600"/>
          </a:xfrm>
          <a:prstGeom prst="rect">
            <a:avLst/>
          </a:prstGeom>
          <a:noFill/>
        </p:spPr>
        <p:txBody>
          <a:bodyPr wrap="square">
            <a:spAutoFit/>
          </a:bodyPr>
          <a:lstStyle/>
          <a:p>
            <a:pPr algn="l">
              <a:lnSpc>
                <a:spcPct val="160000"/>
              </a:lnSpc>
              <a:defRPr sz="3200">
                <a:solidFill>
                  <a:srgbClr val="000000"/>
                </a:solidFill>
                <a:latin typeface="Arial"/>
              </a:defRPr>
            </a:pPr>
            <a:r>
              <a:t>For God so loved the world that he gave his one and only Son, that whoever believes in him shall not perish but have eternal life. For God did not send his Son into the world to condemn the world, but to save the world through him.</a:t>
            </a:r>
          </a:p>
        </p:txBody>
      </p:sp>
      <p:sp>
        <p:nvSpPr>
          <p:cNvPr id="4" name="TextBox 3"/>
          <p:cNvSpPr txBox="1"/>
          <p:nvPr/>
        </p:nvSpPr>
        <p:spPr>
          <a:xfrm>
            <a:off x="7315200" y="5943600"/>
            <a:ext cx="1371600" cy="457200"/>
          </a:xfrm>
          <a:prstGeom prst="rect">
            <a:avLst/>
          </a:prstGeom>
          <a:noFill/>
        </p:spPr>
        <p:txBody>
          <a:bodyPr wrap="none">
            <a:spAutoFit/>
          </a:bodyPr>
          <a:lstStyle/>
          <a:p>
            <a:pPr algn="r">
              <a:defRPr sz="1400" i="1">
                <a:solidFill>
                  <a:srgbClr val="808080"/>
                </a:solidFill>
                <a:latin typeface="Arial"/>
              </a:defRPr>
            </a:pPr>
            <a:r>
              <a:t>NIV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lgn="ctr">
              <a:defRPr sz="3600" b="1">
                <a:solidFill>
                  <a:srgbClr val="1A365D"/>
                </a:solidFill>
                <a:latin typeface="Arial"/>
              </a:defRPr>
            </a:pPr>
            <a:r>
              <a:t>Johannes 3:16-17</a:t>
            </a:r>
          </a:p>
        </p:txBody>
      </p:sp>
      <p:sp>
        <p:nvSpPr>
          <p:cNvPr id="3" name="TextBox 2"/>
          <p:cNvSpPr txBox="1"/>
          <p:nvPr/>
        </p:nvSpPr>
        <p:spPr>
          <a:xfrm>
            <a:off x="914400" y="1828800"/>
            <a:ext cx="7315200" cy="3657600"/>
          </a:xfrm>
          <a:prstGeom prst="rect">
            <a:avLst/>
          </a:prstGeom>
          <a:noFill/>
        </p:spPr>
        <p:txBody>
          <a:bodyPr wrap="square">
            <a:spAutoFit/>
          </a:bodyPr>
          <a:lstStyle/>
          <a:p>
            <a:pPr algn="l">
              <a:lnSpc>
                <a:spcPct val="160000"/>
              </a:lnSpc>
              <a:defRPr sz="3200">
                <a:solidFill>
                  <a:srgbClr val="000000"/>
                </a:solidFill>
                <a:latin typeface="Arial"/>
              </a:defRPr>
            </a:pPr>
            <a:r>
              <a:t>Denn so sehr hat Gott die Welt geliebt, dass er seinen eingeborenen Sohn gab, damit jeder, der an ihn glaubt, nicht verlorengeht, sondern ewiges Leben hat. Denn Gott hat seinen Sohn nicht in die Welt gesandt, damit er die Welt richte, sondern damit die Welt durch ihn gerettet werde.</a:t>
            </a:r>
          </a:p>
        </p:txBody>
      </p:sp>
      <p:sp>
        <p:nvSpPr>
          <p:cNvPr id="4" name="TextBox 3"/>
          <p:cNvSpPr txBox="1"/>
          <p:nvPr/>
        </p:nvSpPr>
        <p:spPr>
          <a:xfrm>
            <a:off x="7315200" y="5943600"/>
            <a:ext cx="1371600" cy="457200"/>
          </a:xfrm>
          <a:prstGeom prst="rect">
            <a:avLst/>
          </a:prstGeom>
          <a:noFill/>
        </p:spPr>
        <p:txBody>
          <a:bodyPr wrap="none">
            <a:spAutoFit/>
          </a:bodyPr>
          <a:lstStyle/>
          <a:p>
            <a:pPr algn="r">
              <a:defRPr sz="1400" i="1">
                <a:solidFill>
                  <a:srgbClr val="808080"/>
                </a:solidFill>
                <a:latin typeface="Arial"/>
              </a:defRPr>
            </a:pPr>
            <a:r>
              <a:t>Luther 2017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